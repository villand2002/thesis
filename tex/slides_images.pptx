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aveSubsetFonts="1" autoCompressPictures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izBarState="restored" vertBarState="restored"/>
  <p:slideViewPr/>
  <p:outlineViewPr/>
  <p:notesTextViewPr/>
  <p:sorterViewPr/>
  <p:notesViewPr/>
  <p:gridSpacing cx="78028800" cy="780288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  <Relationship Id="rId19" Type="http://schemas.openxmlformats.org/officeDocument/2006/relationships/slide" Target="slides/slide19.xml"/>
  <Relationship Id="rId20" Type="http://schemas.openxmlformats.org/officeDocument/2006/relationships/slide" Target="slides/slide20.xml"/>
  <Relationship Id="rId21" Type="http://schemas.openxmlformats.org/officeDocument/2006/relationships/slide" Target="slides/slide21.xml"/>
  <Relationship Id="rId22" Type="http://schemas.openxmlformats.org/officeDocument/2006/relationships/slide" Target="slides/slide22.xml"/>
  <Relationship Id="rId23" Type="http://schemas.openxmlformats.org/officeDocument/2006/relationships/slide" Target="slides/slide23.xml"/>
  <Relationship Id="rId24" Type="http://schemas.openxmlformats.org/officeDocument/2006/relationships/slide" Target="slides/slide24.xml"/>
  <Relationship Id="rId25" Type="http://schemas.openxmlformats.org/officeDocument/2006/relationships/slide" Target="slides/slide25.xml"/>
  <Relationship Id="rId26" Type="http://schemas.openxmlformats.org/officeDocument/2006/relationships/slide" Target="slides/slide26.xml"/>
  <Relationship Id="rId27" Type="http://schemas.openxmlformats.org/officeDocument/2006/relationships/slide" Target="slides/slide27.xml"/>
  <Relationship Id="rId28" Type="http://schemas.openxmlformats.org/officeDocument/2006/relationships/slide" Target="slides/slide28.xml"/>
  <Relationship Id="rId29" Type="http://schemas.openxmlformats.org/officeDocument/2006/relationships/slide" Target="slides/slide29.xml"/>
  <Relationship Id="rId30" Type="http://schemas.openxmlformats.org/officeDocument/2006/relationships/slide" Target="slides/slide30.xml"/>
  <Relationship Id="rId31" Type="http://schemas.openxmlformats.org/officeDocument/2006/relationships/slide" Target="slides/slide31.xml"/>
  <Relationship Id="rId32" Type="http://schemas.openxmlformats.org/officeDocument/2006/relationships/slide" Target="slides/slide32.xml"/>
  <Relationship Id="rId33" Type="http://schemas.openxmlformats.org/officeDocument/2006/relationships/slide" Target="slides/slide33.xml"/>
  <Relationship Id="rId34" Type="http://schemas.openxmlformats.org/officeDocument/2006/relationships/slide" Target="slides/slide34.xml"/>
  <Relationship Id="rId35" Type="http://schemas.openxmlformats.org/officeDocument/2006/relationships/slide" Target="slides/slide35.xml"/>
  <Relationship Id="rId36" Type="http://schemas.openxmlformats.org/officeDocument/2006/relationships/slide" Target="slides/slide36.xml"/>
  <Relationship Id="rId37" Type="http://schemas.openxmlformats.org/officeDocument/2006/relationships/slide" Target="slides/slide37.xml"/>
  <Relationship Id="rId38" Type="http://schemas.openxmlformats.org/officeDocument/2006/relationships/slide" Target="slides/slide38.xml"/>
  <Relationship Id="rId39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pn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6.pn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7.pn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8.pn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9.pn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0.pn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1.pn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2.png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3.png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4.png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5.png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6.png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7.png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8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On-screen Show (16:9)</PresentationFormat>
  <Slides>38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Reserve Slides</dc:title>
  <dc:creator>OpenAI Codex</dc:creator>
  <cp:lastModifiedBy>OpenAI Codex</cp:lastModifiedBy>
  <dcterms:created xsi:type="dcterms:W3CDTF">2026-07-07T06:19:52Z</dcterms:created>
  <dcterms:modified xsi:type="dcterms:W3CDTF">2026-07-07T06:19:52Z</dcterms:modified>
</cp:coreProperties>
</file>